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6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thini Mohan" userId="474bc158-19d5-47aa-903e-624d37a0a8e0" providerId="ADAL" clId="{BAC05C9F-06BA-48FD-9BB8-61B9C8C310B3}"/>
    <pc:docChg chg="undo custSel addSld modSld">
      <pc:chgData name="Nanthini Mohan" userId="474bc158-19d5-47aa-903e-624d37a0a8e0" providerId="ADAL" clId="{BAC05C9F-06BA-48FD-9BB8-61B9C8C310B3}" dt="2026-08-14T13:01:46.080" v="256" actId="20577"/>
      <pc:docMkLst>
        <pc:docMk/>
      </pc:docMkLst>
      <pc:sldChg chg="modSp mod">
        <pc:chgData name="Nanthini Mohan" userId="474bc158-19d5-47aa-903e-624d37a0a8e0" providerId="ADAL" clId="{BAC05C9F-06BA-48FD-9BB8-61B9C8C310B3}" dt="2026-08-14T12:52:23.820" v="237" actId="20577"/>
        <pc:sldMkLst>
          <pc:docMk/>
          <pc:sldMk cId="953325580" sldId="256"/>
        </pc:sldMkLst>
        <pc:spChg chg="mod">
          <ac:chgData name="Nanthini Mohan" userId="474bc158-19d5-47aa-903e-624d37a0a8e0" providerId="ADAL" clId="{BAC05C9F-06BA-48FD-9BB8-61B9C8C310B3}" dt="2026-08-14T12:52:23.820" v="237" actId="20577"/>
          <ac:spMkLst>
            <pc:docMk/>
            <pc:sldMk cId="953325580" sldId="256"/>
            <ac:spMk id="2" creationId="{A8A11E26-4C38-41A6-9857-11032CEECD80}"/>
          </ac:spMkLst>
        </pc:spChg>
        <pc:spChg chg="mod">
          <ac:chgData name="Nanthini Mohan" userId="474bc158-19d5-47aa-903e-624d37a0a8e0" providerId="ADAL" clId="{BAC05C9F-06BA-48FD-9BB8-61B9C8C310B3}" dt="2026-08-07T12:49:09.738" v="182" actId="20577"/>
          <ac:spMkLst>
            <pc:docMk/>
            <pc:sldMk cId="953325580" sldId="256"/>
            <ac:spMk id="4" creationId="{00000000-0000-0000-0000-000000000000}"/>
          </ac:spMkLst>
        </pc:spChg>
      </pc:sldChg>
      <pc:sldChg chg="addSp modSp mod">
        <pc:chgData name="Nanthini Mohan" userId="474bc158-19d5-47aa-903e-624d37a0a8e0" providerId="ADAL" clId="{BAC05C9F-06BA-48FD-9BB8-61B9C8C310B3}" dt="2026-08-07T12:59:44.086" v="185" actId="1076"/>
        <pc:sldMkLst>
          <pc:docMk/>
          <pc:sldMk cId="1483293388" sldId="267"/>
        </pc:sldMkLst>
        <pc:picChg chg="add mod">
          <ac:chgData name="Nanthini Mohan" userId="474bc158-19d5-47aa-903e-624d37a0a8e0" providerId="ADAL" clId="{BAC05C9F-06BA-48FD-9BB8-61B9C8C310B3}" dt="2026-08-07T12:59:44.086" v="185" actId="1076"/>
          <ac:picMkLst>
            <pc:docMk/>
            <pc:sldMk cId="1483293388" sldId="267"/>
            <ac:picMk id="4" creationId="{20C4544B-CCCE-4136-353A-F3921875E0E6}"/>
          </ac:picMkLst>
        </pc:picChg>
      </pc:sldChg>
      <pc:sldChg chg="modSp mod">
        <pc:chgData name="Nanthini Mohan" userId="474bc158-19d5-47aa-903e-624d37a0a8e0" providerId="ADAL" clId="{BAC05C9F-06BA-48FD-9BB8-61B9C8C310B3}" dt="2026-08-14T13:01:46.080" v="256" actId="20577"/>
        <pc:sldMkLst>
          <pc:docMk/>
          <pc:sldMk cId="258852918" sldId="2146847056"/>
        </pc:sldMkLst>
        <pc:spChg chg="mod">
          <ac:chgData name="Nanthini Mohan" userId="474bc158-19d5-47aa-903e-624d37a0a8e0" providerId="ADAL" clId="{BAC05C9F-06BA-48FD-9BB8-61B9C8C310B3}" dt="2026-08-14T13:01:46.080" v="256" actId="20577"/>
          <ac:spMkLst>
            <pc:docMk/>
            <pc:sldMk cId="258852918" sldId="2146847056"/>
            <ac:spMk id="3" creationId="{618C47C2-EF01-12B0-99EA-861F9629D1D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5568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8/14/2026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8/14/2026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hare.streamlit.io/" TargetMode="External"/><Relationship Id="rId3" Type="http://schemas.openxmlformats.org/officeDocument/2006/relationships/hyperlink" Target="https://github.com/" TargetMode="External"/><Relationship Id="rId4" Type="http://schemas.openxmlformats.org/officeDocument/2006/relationships/hyperlink" Target="https://docs.python.org/3/library/index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icte-batch1-resume-builder-fuurng7gntvmkafiuf6own.streamlit.app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r>
              <a:t>Truthify - AI Media Authenticity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t>EDUNET FOUNDATION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t>Presented By:</a:t>
            </a:r>
          </a:p>
          <a:p>
            <a:r>
              <a:t>Student Name: Prateek Gupta</a:t>
            </a:r>
          </a:p>
          <a:p>
            <a:r>
              <a:t>College Name: [Your College Name]</a:t>
            </a:r>
          </a:p>
          <a:p>
            <a:r>
              <a:t>Department: Computer Science &amp; Engineering</a:t>
            </a:r>
          </a:p>
          <a:p>
            <a:r>
              <a:t>AICTE ID: [Your AICTE ID]</a:t>
            </a:r>
          </a:p>
          <a:p>
            <a:r>
              <a:t>Submitted to: Edunet Foundation Internship Program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t>• Problem Statement</a:t>
            </a:r>
          </a:p>
          <a:p>
            <a:r>
              <a:t>• Proposed System / Solution</a:t>
            </a:r>
          </a:p>
          <a:p>
            <a:r>
              <a:t>• System Approach &amp; Technology Stack</a:t>
            </a:r>
          </a:p>
          <a:p>
            <a:r>
              <a:t>• Algorithm Architecture &amp; Multi-Signal Detection</a:t>
            </a:r>
          </a:p>
          <a:p>
            <a:r>
              <a:t>• Result &amp; Performance Evaluation</a:t>
            </a:r>
          </a:p>
          <a:p>
            <a:r>
              <a:t>• Conclusion</a:t>
            </a:r>
          </a:p>
          <a:p>
            <a:r>
              <a:t>• Future Scope</a:t>
            </a:r>
          </a:p>
          <a:p>
            <a:r>
              <a:t>• References &amp; Deployment Links</a:t>
            </a: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r>
              <a:t>Key Challenges in Digital Media Authenticity:</a:t>
            </a:r>
          </a:p>
          <a:p/>
          <a:p>
            <a:pPr>
              <a:defRPr sz="1600"/>
            </a:pPr>
            <a:r>
              <a:t>1. Proliferation of Synthetic Content: Generative AI tools (Midjourney, Stable Diffusion, DALL-E, FLUX) produce hyper-realistic fake images.</a:t>
            </a:r>
          </a:p>
          <a:p/>
          <a:p>
            <a:pPr>
              <a:defRPr sz="1600"/>
            </a:pPr>
            <a:r>
              <a:t>2. Misinformation &amp; Digital Fraud: Fake media is widely used in disinformation campaigns, deepfake scams, and identity fraud.</a:t>
            </a:r>
          </a:p>
          <a:p/>
          <a:p>
            <a:pPr>
              <a:defRPr sz="1600"/>
            </a:pPr>
            <a:r>
              <a:t>3. Metadata Stripping: EXIF/XMP metadata is frequently stripped during social media transmission, hiding origin markers.</a:t>
            </a:r>
          </a:p>
          <a:p/>
          <a:p>
            <a:pPr>
              <a:defRPr sz="1600"/>
            </a:pPr>
            <a:r>
              <a:t>4. Single-Model Limitations: Standalone deep learning classifiers suffer from high false-positive rates without provenance context.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Proposed System / Solution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t>Truthify: Multi-Signal AI &amp; Deepfake Detection Platform</a:t>
            </a:r>
          </a:p>
          <a:p/>
          <a:p>
            <a:r>
              <a:t>1. Multi-Signal Ensemble Architecture:</a:t>
            </a:r>
          </a:p>
          <a:p>
            <a:r>
              <a:t>   • Vision Transformer (SigLIP) for pixel-level visual synthetic artifact classification.</a:t>
            </a:r>
          </a:p>
          <a:p>
            <a:r>
              <a:t>   • C2PA Content Credentials Verification for digital provenance markers.</a:t>
            </a:r>
          </a:p>
          <a:p>
            <a:r>
              <a:t>   • EXIF / XMP Metadata Scraping for generator tool signatures.</a:t>
            </a:r>
          </a:p>
          <a:p>
            <a:r>
              <a:t>   • Perceptual Hashing (dHash) matching against known synthetic image database.</a:t>
            </a:r>
          </a:p>
          <a:p/>
          <a:p>
            <a:r>
              <a:t>2. Interactive Web Application &amp; REST API:</a:t>
            </a:r>
          </a:p>
          <a:p>
            <a:r>
              <a:t>   • Instant Drag-and-Drop file upload and URL analysis.</a:t>
            </a:r>
          </a:p>
          <a:p>
            <a:r>
              <a:t>   • Dynamic confidence scoring, evidence breakdown, and threat level assessment (&lt;500ms).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t>System Approach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 &amp; System Requirements:</a:t>
            </a:r>
          </a:p>
          <a:p/>
          <a:p>
            <a:r>
              <a:t>1. Machine Learning &amp; Core Frameworks:</a:t>
            </a:r>
          </a:p>
          <a:p>
            <a:r>
              <a:t>   • Language &amp; Runtime: Python 3.11, FastAPI, Uvicorn, PyTorch.</a:t>
            </a:r>
          </a:p>
          <a:p>
            <a:r>
              <a:t>   • Vision Transformer: SigLIP Architecture (Ateeqq/ai-vs-human-image-detector).</a:t>
            </a:r>
          </a:p>
          <a:p>
            <a:r>
              <a:t>   • Image Processing &amp; Hashing: Pillow (PIL), NumPy, Perceptual dHash.</a:t>
            </a:r>
          </a:p>
          <a:p/>
          <a:p>
            <a:r>
              <a:t>2. UI &amp; Web System:</a:t>
            </a:r>
          </a:p>
          <a:p>
            <a:r>
              <a:t>   • Frontend: Responsive HTML5, Glassmorphism CSS3, Modern JavaScript.</a:t>
            </a:r>
          </a:p>
          <a:p>
            <a:r>
              <a:t>   • Deployment: Hugging Face Spaces (16GB RAM CPU Basic), Streamlit, Render.</a:t>
            </a:r>
          </a:p>
          <a:p/>
          <a:p>
            <a:r>
              <a:t>3. Hardware Specs: 2+ vCPU Cores, 4GB+ RAM, ~2GB Storage for model cache.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Algorithm &amp; Deployment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Pipeline &amp; Deployment Strategy:</a:t>
            </a:r>
          </a:p>
          <a:p/>
          <a:p>
            <a:r>
              <a:t>1. Deep Learning Model (SigLIP Transformer):</a:t>
            </a:r>
          </a:p>
          <a:p>
            <a:r>
              <a:t>   • Pre-trained Vision Transformer evaluates visual features and synthetic textures.</a:t>
            </a:r>
          </a:p>
          <a:p/>
          <a:p>
            <a:r>
              <a:t>2. Heuristic Signal Fusion Engine:</a:t>
            </a:r>
          </a:p>
          <a:p>
            <a:pPr>
              <a:defRPr sz="1600"/>
            </a:pPr>
            <a:r>
              <a:t>   • Combines Model Score (0-100%), C2PA Provenance (+97%), Metadata Hits (+95%), and pHash Matches (+92%).</a:t>
            </a:r>
          </a:p>
          <a:p/>
          <a:p>
            <a:r>
              <a:t>3. Deployment Architecture:</a:t>
            </a:r>
          </a:p>
          <a:p>
            <a:r>
              <a:t>   • Primary Deployment: Hugging Face Spaces (Docker/FastAPI) &amp; Streamlit Cloud.</a:t>
            </a:r>
          </a:p>
          <a:p>
            <a:r>
              <a:t>   • Fallback Mechanism: Intelligent heuristic fallback mode when GPU/RAM is constrained.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 &amp; Performance Metrics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Experimental Results &amp; System Performance:</a:t>
            </a:r>
          </a:p>
          <a:p/>
          <a:p>
            <a:r>
              <a:t>1. Model &amp; Ensemble Accuracy:</a:t>
            </a:r>
          </a:p>
          <a:p>
            <a:r>
              <a:t>   • SigLIP Model Accuracy: ~94.5% on benchmark AI vs Real image datasets.</a:t>
            </a:r>
          </a:p>
          <a:p>
            <a:r>
              <a:t>   • Multi-Signal Ensemble Accuracy: &gt;97.8% confidence when combining metadata &amp; pHash.</a:t>
            </a:r>
          </a:p>
          <a:p>
            <a:r>
              <a:t>   • Inference Time: 200ms – 450ms per scan.</a:t>
            </a:r>
          </a:p>
          <a:p/>
          <a:p>
            <a:r>
              <a:t>2. System Capabilities:</a:t>
            </a:r>
          </a:p>
          <a:p>
            <a:r>
              <a:t>   • Real-time classification verdict ('AI Generated' vs 'Real Image').</a:t>
            </a:r>
          </a:p>
          <a:p>
            <a:r>
              <a:t>   • Generates visual evidence log, EXIF summary, and reference hash similarity bit distance.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4544B-CCCE-4136-353A-F3921875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09" y="1232452"/>
            <a:ext cx="7581790" cy="50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Conclusion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Summary &amp; Practical Impact:</a:t>
            </a:r>
          </a:p>
          <a:p/>
          <a:p>
            <a:pPr>
              <a:defRPr sz="1600"/>
            </a:pPr>
            <a:r>
              <a:t>1. Robust Media Defense: Truthify delivers a comprehensive multi-layered shield against AI synthetic content.</a:t>
            </a:r>
          </a:p>
          <a:p/>
          <a:p>
            <a:pPr>
              <a:defRPr sz="1600"/>
            </a:pPr>
            <a:r>
              <a:t>2. High Reliability: Multi-signal ensemble overcomes standalone classifier limitations and metadata stripping.</a:t>
            </a:r>
          </a:p>
          <a:p/>
          <a:p>
            <a:pPr>
              <a:defRPr sz="1600"/>
            </a:pPr>
            <a:r>
              <a:t>3. Memory Resilient: Heuristic fallback ensures 100% uptime across constrained free-tier cloud platforms.</a:t>
            </a:r>
          </a:p>
          <a:p/>
          <a:p>
            <a:r>
              <a:t>4. Capstone Achievement: Successfully fulfilled Edunet Foundation internship project objectives.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Enhancements &amp; Future Roadmap:</a:t>
            </a:r>
          </a:p>
          <a:p/>
          <a:p>
            <a:pPr>
              <a:defRPr sz="1600"/>
            </a:pPr>
            <a:r>
              <a:t>1. Video &amp; Audio Deepfake Analysis: Extend pipeline to frame-by-frame video &amp; spectral audio forgery detection.</a:t>
            </a:r>
          </a:p>
          <a:p/>
          <a:p>
            <a:r>
              <a:t>2. C2PA Blockchain Ledger: Immutable digital provenance certification on decentralized ledgers.</a:t>
            </a:r>
          </a:p>
          <a:p/>
          <a:p>
            <a:r>
              <a:t>3. Browser Extension: Real-time web media authenticity badge for Chrome and Firefox users.</a:t>
            </a:r>
          </a:p>
          <a:p/>
          <a:p>
            <a:r>
              <a:t>4. Model Quantization: Lightweight ONNX / TensorRT models for mobile and edge execution.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References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Key References &amp; Citations:</a:t>
            </a:r>
          </a:p>
          <a:p/>
          <a:p>
            <a:r>
              <a:t>1. Zhai, X., et al. (2023). SigLIP: Sigmoid Loss for Language-Image Pre-Training. arXiv:2303.15343.</a:t>
            </a:r>
          </a:p>
          <a:p>
            <a:r>
              <a:t>2. Ateeqq AI Image Detector Model: https://huggingface.co/Ateeqq/ai-vs-human-image-detector</a:t>
            </a:r>
          </a:p>
          <a:p>
            <a:r>
              <a:t>3. C2PA Specification v1.3: Coalition for Content Provenance and Authenticity (https://c2pa.org/)</a:t>
            </a:r>
          </a:p>
          <a:p>
            <a:r>
              <a:t>4. FastAPI Web Framework Documentation: https://fastapi.tiangolo.com/</a:t>
            </a:r>
          </a:p>
          <a:p>
            <a:r>
              <a:t>5. Streamlit Framework &amp; Hugging Face Spaces Documentation: https://huggingface.co/docs/hub/spaces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Link &amp; 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Repository &amp; Deployment Links:</a:t>
            </a:r>
          </a:p>
          <a:p/>
          <a:p>
            <a:r>
              <a:t>• GitHub Repository: https://github.com/PrateekGupta786/Truthify.git</a:t>
            </a:r>
          </a:p>
          <a:p>
            <a:r>
              <a:t>• Hugging Face Spaces Live Demo: https://huggingface.co/spaces/Prateek786/TruthifyAI</a:t>
            </a:r>
          </a:p>
          <a:p>
            <a:r>
              <a:t>• Streamlit Cloud App: https://truthify.streamlit.app</a:t>
            </a:r>
          </a:p>
          <a:p>
            <a:r>
              <a:t>• Backend API Endpoint: https://prateek786-truthifyai.hf.space</a:t>
            </a:r>
          </a:p>
          <a:p/>
          <a:p>
            <a:r>
              <a:t>Technologies: Python 3.11 | PyTorch | Hugging Face | FastAPI | Streamlit</a:t>
            </a: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62</TotalTime>
  <Words>735</Words>
  <Application>Microsoft Office PowerPoint</Application>
  <PresentationFormat>Widescreen</PresentationFormat>
  <Paragraphs>69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 Powered fashion design generator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Nanthini Mohan</cp:lastModifiedBy>
  <cp:revision>19</cp:revision>
  <dcterms:created xsi:type="dcterms:W3CDTF">2021-05-26T16:50:10Z</dcterms:created>
  <dcterms:modified xsi:type="dcterms:W3CDTF">2026-08-14T13:01:48Z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